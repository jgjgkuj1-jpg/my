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59" r:id="rId7"/>
    <p:sldId id="262" r:id="rId8"/>
    <p:sldId id="263" r:id="rId9"/>
    <p:sldId id="269" r:id="rId10"/>
    <p:sldId id="265" r:id="rId11"/>
    <p:sldId id="266" r:id="rId12"/>
    <p:sldId id="264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17" autoAdjust="0"/>
  </p:normalViewPr>
  <p:slideViewPr>
    <p:cSldViewPr snapToGrid="0">
      <p:cViewPr varScale="1">
        <p:scale>
          <a:sx n="81" d="100"/>
          <a:sy n="81" d="100"/>
        </p:scale>
        <p:origin x="11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8F925-FA23-9EF1-9340-BC6307916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27CA71-512E-AF32-DCB6-00D196745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661FF-5212-7FBE-EDD3-2461FFF8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8D867C-7FB7-6C21-AB1B-25BD2411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B4C32-EAF5-71A4-16BB-5CD6079E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1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A5BDF-5B56-5724-0698-F646EF67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BD963-7992-A44E-5534-9D238B356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F6ACEE-A23C-DECC-740B-B845DFED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E883F-C3C1-6648-4E74-050F8FEE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EFA84-5E15-D9C7-FD07-C73C0ADC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96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2AC2D-6ED8-F919-C820-8AA34205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78BB7-9D50-9D2C-4286-28619437A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41E38D-350D-FE0B-05A9-1D233C61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C2CAA-6FE8-1735-64FA-6378758A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5297F-ACC6-8DD2-7AC5-9A4D52C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6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78E66-8701-197B-81C8-C9BCEEE2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41366-CBB4-4E1A-E7B5-937A28CEA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5C904B-2BEC-30B6-72DC-CE61610E9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A33677-81F1-26EB-85D4-F024EA4D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F299F8-63CB-D477-6CA7-632D2500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ADEEC-5A0C-FD82-E6D2-FACCBFAB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81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F1923-FCB9-52C2-25A9-C3B4F250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A795EB-4569-3127-FFD3-5B75596A4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FC209E-16A5-6DEA-587C-C0E30C044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2447D6-513E-8388-2B41-BA94B3BF4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9641D7-742E-5899-2AF3-582C6F1F4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F22F04-4FE0-B9F2-3449-3CBED8A8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21DFAB-1BDD-F6AF-62B8-D73F0230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D27173-D50E-C9B0-37EC-6DA7E688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65703-B63B-F949-16D3-97046096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F552E6-A16F-1BE1-B3B4-57C92DCD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01209B-47CE-7645-D9B0-389A152B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018AA7-92E0-63CB-D88E-A4050F92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4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6E96FC-CFE4-A4A6-5548-55A39A04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9B1331-A2E1-38A6-FC43-0A125E3F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B54AD-1166-84EC-30BE-EB807921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16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7877E-3E6D-509B-FAA6-BE43614B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EE0C21-9EED-F049-A724-810289819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3F0224-C410-8F01-0BFB-B522A1BAF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967A12-47C5-CFA3-F82F-10D8A4C8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29242F-60C3-0840-370B-F7FD02A6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B71789-B8A9-72EE-712D-133CDDC6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83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A88A-64F3-8EFD-394D-62123FB2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134F04-8B23-263C-6826-55EC3FACF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2763DD-C025-E5BF-A27A-A31A412F4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CA6C40-2C9A-F823-7955-23CF3492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1BE1DC-37C1-BB1E-BCEC-85CA2631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327FC-F10E-7C5D-3376-EFF03925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29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B1D38-52FE-9B0A-7723-C84399AA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878CA4-4E52-462B-7D97-239307722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7E689-9926-9BB9-C137-D59A1544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CFD7F7-22C7-9FCE-8BEC-BC97F8AC8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4B22C7-6D8D-B20C-B2C4-1E027F36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3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EF69B4-431D-4555-70C2-52CB931AB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C411F3-8F27-DB16-2179-064F51BC8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8115B-75E4-B3B3-5241-9B68CCB4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AB1C2-055F-68A1-CC33-19FF4032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D77E5-EEA0-F392-6634-FA215084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5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44522A-A5F7-FF82-EF13-228990F8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7EF6D-46E3-A52A-88E2-6BEA5B57A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026BC-9568-1F64-BECB-5065647F4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6F4F0-D8B9-49F1-9685-E56111BB5F60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20E86-1271-C12D-F89F-7D8D666FA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EEC1D-FC02-C5CD-CAB0-738D6F103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99E1B-2C14-48CF-A9C6-9412088F4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76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6BF6B3-1AAF-1F7A-323B-68BD6516B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sz="4800" dirty="0"/>
              <a:t>英文聊天机器人的设计与实现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27EC47-78E4-DEF9-E53C-9AE10F35C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/>
              <a:t>基于语义匹配的英文智能对话系统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BFFE36-B0BD-3208-1F85-2E4B1FB939D8}"/>
              </a:ext>
            </a:extLst>
          </p:cNvPr>
          <p:cNvSpPr/>
          <p:nvPr/>
        </p:nvSpPr>
        <p:spPr>
          <a:xfrm>
            <a:off x="6942222" y="4932947"/>
            <a:ext cx="3549316" cy="697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智能</a:t>
            </a:r>
            <a:r>
              <a:rPr lang="en-US" altLang="zh-CN" dirty="0"/>
              <a:t>2301 </a:t>
            </a:r>
            <a:r>
              <a:rPr lang="zh-CN" altLang="en-US" dirty="0"/>
              <a:t>郭学霖 沈徐哲 陈涛</a:t>
            </a:r>
          </a:p>
        </p:txBody>
      </p:sp>
    </p:spTree>
    <p:extLst>
      <p:ext uri="{BB962C8B-B14F-4D97-AF65-F5344CB8AC3E}">
        <p14:creationId xmlns:p14="http://schemas.microsoft.com/office/powerpoint/2010/main" val="71160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A2EDFDA-A804-6D08-BDA9-3E97ADB80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项目背景与目标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23923EC-0A7D-B795-032B-5F7C98ECBB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10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27958-0E3F-381E-4134-5653BAF2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背景与需求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C043E7-96CC-A238-BCB4-08E3D0948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56809"/>
            <a:ext cx="9881937" cy="5201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英文对话场景的应用价值：日常交流、英语学习辅助、国际用户服务等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核心痛点：传统规则式机器人回复生硬，难以理解语义模糊的英文表达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数据基础：基于 chatterbot-corpus 英文语料库（可提及后续扩展潜力，但当前聚焦英文）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51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523B0-0275-C33F-F58E-DA9562AE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核心目标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ED6770-EBA2-6B33-2885-C27E48B3B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2497"/>
            <a:ext cx="10411326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实现英文语境下的自然对话：支持问候、日常话题等场景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基于语义相似度的智能回复：避免机械匹配，理解用户意图（结合 generate_answer 函数逻辑）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26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ACF4CF-A3F6-8318-2B93-C0F04229E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技术实现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E61170A6-4DAA-2374-A7CC-E040E85D4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990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29C81-707B-5A47-4E85-A0CD6D2D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技术栈与工具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42D78B-82D1-341C-8582-BF5C6177C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开发语言：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</a:p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核心库：语义编码模型（如 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model.encode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向量转换）、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KNN 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算法（相似性匹配）</a:t>
            </a:r>
          </a:p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数据处理：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english_semantic_db.pkl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预训练语义数据库（存储英文问答对向量）</a:t>
            </a:r>
          </a:p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界面：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Tkinter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testbot.py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中的英文交互界面）</a:t>
            </a:r>
          </a:p>
        </p:txBody>
      </p:sp>
    </p:spTree>
    <p:extLst>
      <p:ext uri="{BB962C8B-B14F-4D97-AF65-F5344CB8AC3E}">
        <p14:creationId xmlns:p14="http://schemas.microsoft.com/office/powerpoint/2010/main" val="42451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ED9C8-7BC4-5D39-7D2D-9BA6B6D5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工作流程</a:t>
            </a:r>
            <a:br>
              <a:rPr lang="zh-CN" altLang="en-US" b="1" dirty="0"/>
            </a:b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8B37196-05B1-429B-FEB1-B7230E019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69332"/>
            <a:ext cx="10515600" cy="2663923"/>
          </a:xfrm>
        </p:spPr>
      </p:pic>
    </p:spTree>
    <p:extLst>
      <p:ext uri="{BB962C8B-B14F-4D97-AF65-F5344CB8AC3E}">
        <p14:creationId xmlns:p14="http://schemas.microsoft.com/office/powerpoint/2010/main" val="293381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AB614-77F1-DB04-5FB1-9793E23F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代码核心逻辑</a:t>
            </a:r>
            <a:br>
              <a:rPr lang="zh-CN" altLang="en-US" b="1" dirty="0"/>
            </a:b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CC4B6BA-A693-FAC1-7258-08047DA85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6892"/>
            <a:ext cx="10515600" cy="4068804"/>
          </a:xfrm>
        </p:spPr>
      </p:pic>
    </p:spTree>
    <p:extLst>
      <p:ext uri="{BB962C8B-B14F-4D97-AF65-F5344CB8AC3E}">
        <p14:creationId xmlns:p14="http://schemas.microsoft.com/office/powerpoint/2010/main" val="230738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CFF10-8C07-7B6A-F4A7-F53F34FD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代码核心逻辑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A1A7F6-C981-A3D7-F66E-B89EB603F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034" y="1825625"/>
            <a:ext cx="8135931" cy="4351338"/>
          </a:xfrm>
        </p:spPr>
      </p:pic>
    </p:spTree>
    <p:extLst>
      <p:ext uri="{BB962C8B-B14F-4D97-AF65-F5344CB8AC3E}">
        <p14:creationId xmlns:p14="http://schemas.microsoft.com/office/powerpoint/2010/main" val="193114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41E4FDE-3AB7-1601-2E17-BF0DC959E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功能与场景演示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E1D8F92-E3A6-01BC-1E0C-0DD356168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156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0971D-5DDB-8D52-6260-955FC9D7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ea typeface="+mn-ea"/>
              </a:rPr>
              <a:t> 1</a:t>
            </a:r>
            <a:r>
              <a:rPr lang="en-US" altLang="zh-CN" sz="4000" dirty="0">
                <a:ea typeface="+mn-ea"/>
              </a:rPr>
              <a:t>. </a:t>
            </a:r>
            <a:r>
              <a:rPr lang="zh-CN" altLang="en-US" sz="4000" dirty="0">
                <a:ea typeface="+mn-ea"/>
              </a:rPr>
              <a:t>对话功能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EB1C51-49A8-E503-639D-17C86153A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098" y="1737727"/>
            <a:ext cx="10660912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英文语义理解：通过向量编码 + KNN，解决英文同义词、句式变体问题（如 "What's up?" 与 "How are you?" 的区分）</a:t>
            </a:r>
          </a:p>
          <a:p>
            <a:pPr marR="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轻量化实现：基于预训练语义库（english_semantic_db.pkl），响应快速</a:t>
            </a:r>
          </a:p>
          <a:p>
            <a:pPr marR="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鲁棒性：包含异常处理（空输入、错误捕获），适配英文输入习惯</a:t>
            </a: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R="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CN" altLang="zh-CN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93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B7089-52E5-C592-EAC4-69E00368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98"/>
            <a:ext cx="10515600" cy="1201590"/>
          </a:xfrm>
        </p:spPr>
        <p:txBody>
          <a:bodyPr>
            <a:normAutofit fontScale="90000"/>
          </a:bodyPr>
          <a:lstStyle/>
          <a:p>
            <a:br>
              <a:rPr lang="en-US" altLang="zh-CN" b="1" dirty="0"/>
            </a:br>
            <a:r>
              <a:rPr lang="en-US" altLang="zh-CN" b="1" dirty="0"/>
              <a:t>2. </a:t>
            </a:r>
            <a:r>
              <a:rPr lang="zh-CN" altLang="en-US" b="1" dirty="0"/>
              <a:t>英文对话场景</a:t>
            </a:r>
            <a:br>
              <a:rPr lang="zh-CN" altLang="en-US" b="1" dirty="0"/>
            </a:b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6CB118-5FE2-4301-EC09-54032B7356DE}"/>
              </a:ext>
            </a:extLst>
          </p:cNvPr>
          <p:cNvSpPr/>
          <p:nvPr/>
        </p:nvSpPr>
        <p:spPr>
          <a:xfrm>
            <a:off x="2119423" y="5982586"/>
            <a:ext cx="7265582" cy="127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000" dirty="0">
              <a:solidFill>
                <a:schemeClr val="tx1"/>
              </a:solidFill>
            </a:endParaRP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6A6C3AF8-DDDF-E234-55AF-0997F5FE6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131" y="1825625"/>
            <a:ext cx="6807738" cy="4351338"/>
          </a:xfrm>
        </p:spPr>
      </p:pic>
    </p:spTree>
    <p:extLst>
      <p:ext uri="{BB962C8B-B14F-4D97-AF65-F5344CB8AC3E}">
        <p14:creationId xmlns:p14="http://schemas.microsoft.com/office/powerpoint/2010/main" val="128991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AB43E-47D6-41AF-2EC8-E38F2A36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未来方向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5549D6-9A84-4FA7-8F80-51133C84D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3514" y="2007314"/>
            <a:ext cx="9945914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当前仅支持英文，未来可扩展多语言（结合 chatterbot-corpus 中的其他语言语料）</a:t>
            </a:r>
          </a:p>
          <a:p>
            <a:pPr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优化语义匹配算法，提升复杂句式的理解能力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06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00B5A-D581-2462-C75E-5FF70535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总结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8939B2-1582-8611-9D2C-0AEC22DB92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0610" y="2107057"/>
            <a:ext cx="11541621" cy="43396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实现了英文场景下的智能对话，验证了语义匹配方案的有效性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全流程离线化：模型与语义库本地加载，无网络依赖，响应速度快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文本归一化处理：统一大小写、展开缩写、去除标点，提升匹配准确率 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多场景回复策略：高 / 中 / 低相似度分层处理，低匹配场景兜底回复，避免无响应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467FAF-413F-2E63-0CC9-8A06B35C9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459" y="5524886"/>
            <a:ext cx="6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09760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416</Words>
  <Application>Microsoft Office PowerPoint</Application>
  <PresentationFormat>宽屏</PresentationFormat>
  <Paragraphs>41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宋体</vt:lpstr>
      <vt:lpstr>Arial</vt:lpstr>
      <vt:lpstr>Office 主题​​</vt:lpstr>
      <vt:lpstr>英文聊天机器人的设计与实现</vt:lpstr>
      <vt:lpstr>项目背景与目标 </vt:lpstr>
      <vt:lpstr>1. 背景与需求 </vt:lpstr>
      <vt:lpstr>2. 核心目标 </vt:lpstr>
      <vt:lpstr>技术实现 </vt:lpstr>
      <vt:lpstr>1. 技术栈与工具 </vt:lpstr>
      <vt:lpstr>2. 工作流程 </vt:lpstr>
      <vt:lpstr>3. 代码核心逻辑 </vt:lpstr>
      <vt:lpstr>3. 代码核心逻辑</vt:lpstr>
      <vt:lpstr>功能与场景演示 </vt:lpstr>
      <vt:lpstr> 1. 对话功能</vt:lpstr>
      <vt:lpstr> 2. 英文对话场景  </vt:lpstr>
      <vt:lpstr>未来方向 </vt:lpstr>
      <vt:lpstr>总结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xuzhe simon</dc:creator>
  <cp:lastModifiedBy>xuzhe simon</cp:lastModifiedBy>
  <cp:revision>4</cp:revision>
  <dcterms:created xsi:type="dcterms:W3CDTF">2026-01-02T02:40:47Z</dcterms:created>
  <dcterms:modified xsi:type="dcterms:W3CDTF">2026-01-16T03:10:56Z</dcterms:modified>
</cp:coreProperties>
</file>